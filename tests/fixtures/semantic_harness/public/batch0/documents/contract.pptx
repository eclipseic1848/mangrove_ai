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付款条款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验收通过后十五个工作日内支付合同金额的百分之六十。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交付条款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乙方应在二零二六年九月三十日前完成全部成果交付。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违约责任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逾期交付的，每日按未交付部分金额的千分之一承担违约责任。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